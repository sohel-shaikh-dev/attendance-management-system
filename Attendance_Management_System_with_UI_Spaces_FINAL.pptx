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658368"/>
            <a:ext cx="11045952" cy="5486400"/>
          </a:xfrm>
          <a:prstGeom prst="roundRect">
            <a:avLst>
              <a:gd name="adj" fmla="val 12000"/>
            </a:avLst>
          </a:prstGeom>
          <a:solidFill>
            <a:srgbClr val="1C2A48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987552"/>
            <a:ext cx="164592" cy="4224528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987552"/>
            <a:ext cx="6537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6FF"/>
                </a:solidFill>
                <a:latin typeface="Aptos"/>
              </a:rPr>
              <a:t>Attendance Management System Web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6309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BE5C"/>
                </a:solidFill>
                <a:latin typeface="Aptos"/>
              </a:rPr>
              <a:t>BACHELOR OF SCIENCE (INFORMATION TECHNOLOGY)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24128"/>
            <a:ext cx="2852928" cy="4526280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1325880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D4B1"/>
                </a:solidFill>
                <a:latin typeface="Aptos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1554480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2F6FF"/>
                </a:solidFill>
                <a:latin typeface="Aptos"/>
              </a:rPr>
              <a:t>MOHD SOHEL UMAR SHAIKH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350008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D4B1"/>
                </a:solidFill>
                <a:latin typeface="Aptos"/>
              </a:rPr>
              <a:t>SEAT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578608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Seat No. 3014822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374136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D4B1"/>
                </a:solidFill>
                <a:latin typeface="Aptos"/>
              </a:rPr>
              <a:t>COLLEGE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602736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Navneet College of Arts, Science &amp; 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4398264"/>
            <a:ext cx="2240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D4B1"/>
                </a:solidFill>
                <a:latin typeface="Aptos"/>
              </a:rPr>
              <a:t>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626864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6FF"/>
                </a:solidFill>
                <a:latin typeface="Aptos"/>
              </a:rPr>
              <a:t>Mr Harishankar Mishra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0432" y="4681728"/>
            <a:ext cx="3840480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2F6FF"/>
                </a:solidFill>
                <a:latin typeface="Aptos"/>
              </a:rPr>
              <a:t>Academic Presentation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Introduction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12D4B1"/>
          </a:solidFill>
          <a:ln w="15240">
            <a:solidFill>
              <a:srgbClr val="12D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25880"/>
            <a:ext cx="7543800" cy="4709160"/>
          </a:xfrm>
          <a:prstGeom prst="roundRect">
            <a:avLst>
              <a:gd name="adj" fmla="val 12000"/>
            </a:avLst>
          </a:prstGeom>
          <a:solidFill>
            <a:srgbClr val="151F36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1527048"/>
            <a:ext cx="7068312" cy="23433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The project replaces manual registers with a web-based attendance workflow.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It reduces time spent on daily attendance handling and improves record accuracy.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Teachers can mark attendance and monitor summaries from one dashboard.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Students can check history, percentage, and subject-wise attendance in real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325880"/>
            <a:ext cx="3108960" cy="4709160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FFBE5C"/>
                </a:solidFill>
                <a:latin typeface="Aptos"/>
              </a:rPr>
              <a:t>Overview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Manual registers replaced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Real-time record access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Lower attendance errors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Faster academic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Project 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 w="1524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Key Goals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25880"/>
            <a:ext cx="7543800" cy="4709160"/>
          </a:xfrm>
          <a:prstGeom prst="roundRect">
            <a:avLst>
              <a:gd name="adj" fmla="val 12000"/>
            </a:avLst>
          </a:prstGeom>
          <a:solidFill>
            <a:srgbClr val="151F36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1527048"/>
            <a:ext cx="7068312" cy="26363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Digitize attendance marking for classroom use with a simple teacher workflow.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Provide separate dashboards for teacher and student access based on login role.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Prevent duplicate attendance records for the same class, subject, date, and time.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Generate attendance summaries, reports, and dashboard-level insights quickly.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325880"/>
            <a:ext cx="3108960" cy="4709160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FFBE5C"/>
                </a:solidFill>
                <a:latin typeface="Aptos"/>
              </a:rPr>
              <a:t>Key Goals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Daily process automation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Teacher and student dashboards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Duplicate entry prevention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Quick report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Technology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12D4B1"/>
          </a:solidFill>
          <a:ln w="15240">
            <a:solidFill>
              <a:srgbClr val="12D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Tech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25880"/>
            <a:ext cx="7543800" cy="4709160"/>
          </a:xfrm>
          <a:prstGeom prst="roundRect">
            <a:avLst>
              <a:gd name="adj" fmla="val 12000"/>
            </a:avLst>
          </a:prstGeom>
          <a:solidFill>
            <a:srgbClr val="151F36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1527048"/>
            <a:ext cx="7068312" cy="26363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Frontend uses HTML5, CSS3, Bootstrap, JavaScript, and icon-based UI components.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Backend uses Python Flask for routing, session management, and attendance logic.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PostgreSQL stores student details, attendance records, notices, fees, and rewards data.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SQLAlchemy handles database operations and integrates smoothly with analytics-ready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325880"/>
            <a:ext cx="3108960" cy="4709160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FFBE5C"/>
                </a:solidFill>
                <a:latin typeface="Aptos"/>
              </a:rPr>
              <a:t>Tech Stack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HTML, CSS, Bootstrap UI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JavaScript interactions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Flask backend logic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PostgreSQL + SQLAlchemy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Functional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25880"/>
            <a:ext cx="7543800" cy="4709160"/>
          </a:xfrm>
          <a:prstGeom prst="roundRect">
            <a:avLst>
              <a:gd name="adj" fmla="val 12000"/>
            </a:avLst>
          </a:prstGeom>
          <a:solidFill>
            <a:srgbClr val="151F36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1527048"/>
            <a:ext cx="7068312" cy="26363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Login module authenticates teacher and student access through the web portal.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Teacher module supports attendance marking, summary viewing, notices, fees, and support handling.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Student module supports dashboard analytics, attendance history, notices, tickets, and rewards.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700" b="0">
                <a:solidFill>
                  <a:srgbClr val="F2F6FF"/>
                </a:solidFill>
                <a:latin typeface="Aptos"/>
              </a:rPr>
              <a:t>Reporting module provides summary views, dashboard data, and export-oriented attendance outputs.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325880"/>
            <a:ext cx="3108960" cy="4709160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sz="1800" b="1">
                <a:solidFill>
                  <a:srgbClr val="FFBE5C"/>
                </a:solidFill>
                <a:latin typeface="Aptos"/>
              </a:rPr>
              <a:t>Modules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Secure login flow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Teacher attendance tools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Student dashboard access</a:t>
            </a:r>
          </a:p>
          <a:p>
            <a:pPr marL="285750" indent="-285750" algn="l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300" b="0">
                <a:solidFill>
                  <a:srgbClr val="BBC9E8"/>
                </a:solidFill>
                <a:latin typeface="Aptos"/>
              </a:rPr>
              <a:t>Reports and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System Flowchart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 w="1524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Actual Project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1280160"/>
            <a:ext cx="9555480" cy="4983480"/>
          </a:xfrm>
          <a:prstGeom prst="roundRect">
            <a:avLst>
              <a:gd name="adj" fmla="val 12000"/>
            </a:avLst>
          </a:prstGeom>
          <a:solidFill>
            <a:srgbClr val="1C2A48"/>
          </a:solidFill>
          <a:ln w="1524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188" y="1444752"/>
            <a:ext cx="3102864" cy="4654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med">
    <p:push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UI: Student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12D4B1"/>
          </a:solidFill>
          <a:ln w="15240">
            <a:solidFill>
              <a:srgbClr val="12D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Student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298448"/>
            <a:ext cx="10835640" cy="4892040"/>
          </a:xfrm>
          <a:prstGeom prst="roundRect">
            <a:avLst>
              <a:gd name="adj" fmla="val 12000"/>
            </a:avLst>
          </a:prstGeom>
          <a:solidFill>
            <a:srgbClr val="1C2A48"/>
          </a:solidFill>
          <a:ln w="15240">
            <a:solidFill>
              <a:srgbClr val="12D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767" y="1463040"/>
            <a:ext cx="9285721" cy="45628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UI: Teacher Attendance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Teacher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1298448"/>
            <a:ext cx="10835640" cy="4892040"/>
          </a:xfrm>
          <a:prstGeom prst="roundRect">
            <a:avLst>
              <a:gd name="adj" fmla="val 12000"/>
            </a:avLst>
          </a:prstGeom>
          <a:solidFill>
            <a:srgbClr val="1C2A48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668" y="1463040"/>
            <a:ext cx="9447918" cy="45628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Implementation and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12D4B1"/>
          </a:solidFill>
          <a:ln w="15240">
            <a:solidFill>
              <a:srgbClr val="12D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Implementation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25880"/>
            <a:ext cx="10835640" cy="4709160"/>
          </a:xfrm>
          <a:prstGeom prst="roundRect">
            <a:avLst>
              <a:gd name="adj" fmla="val 12000"/>
            </a:avLst>
          </a:prstGeom>
          <a:solidFill>
            <a:srgbClr val="151F36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1527048"/>
            <a:ext cx="10360152" cy="1396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Attendance flow was implemented with class, semester, subject, date, and time selection.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Duplicate marking checks were added before saving attendance records.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Dashboard pages were verified for data retrieval, filters, and summary calculations.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The presentation now uses real project visuals instead of mixed placeholders.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Results and 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 w="1524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Project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25880"/>
            <a:ext cx="10835640" cy="4709160"/>
          </a:xfrm>
          <a:prstGeom prst="roundRect">
            <a:avLst>
              <a:gd name="adj" fmla="val 12000"/>
            </a:avLst>
          </a:prstGeom>
          <a:solidFill>
            <a:srgbClr val="151F36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1527048"/>
            <a:ext cx="10360152" cy="1396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The project successfully records attendance and keeps teacher and student workflows separate.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The student dashboard presents percentage, streak, lecture summary, and subject-wise insights.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The teacher module supports loading students, marking attendance, and reviewing summaries.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The updated PPT now highlights the actual flowchart and UI in a cleaner professional format.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Conclusion and Future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Final Takeaway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25880"/>
            <a:ext cx="10835640" cy="4709160"/>
          </a:xfrm>
          <a:prstGeom prst="roundRect">
            <a:avLst>
              <a:gd name="adj" fmla="val 12000"/>
            </a:avLst>
          </a:prstGeom>
          <a:solidFill>
            <a:srgbClr val="151F36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1527048"/>
            <a:ext cx="10360152" cy="1396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The system improves attendance management by making the process faster, clearer, and more reliable.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It delivers a practical web solution for attendance tracking in an academic environment.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Future scope can include biometric integration, mobile support, automated notifications, and deeper analytics.</a:t>
            </a:r>
          </a:p>
          <a:p>
            <a:pPr marL="285750" indent="-285750" algn="l">
              <a:lnSpc>
                <a:spcPct val="11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600" b="0">
                <a:solidFill>
                  <a:srgbClr val="F2F6FF"/>
                </a:solidFill>
                <a:latin typeface="Aptos"/>
              </a:rPr>
              <a:t>The architecture is suitable for further expansion into a broader campus management platform.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Attendance Management System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731520" y="-502920"/>
            <a:ext cx="3931920" cy="3931920"/>
          </a:xfrm>
          <a:prstGeom prst="ellipse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114800"/>
            <a:ext cx="3474720" cy="3474720"/>
          </a:xfrm>
          <a:prstGeom prst="ellipse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-1005840"/>
            <a:ext cx="3108960" cy="3108960"/>
          </a:xfrm>
          <a:prstGeom prst="ellipse">
            <a:avLst/>
          </a:prstGeom>
          <a:solidFill>
            <a:srgbClr val="EF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292608"/>
            <a:ext cx="146304" cy="6263640"/>
          </a:xfrm>
          <a:prstGeom prst="rect">
            <a:avLst/>
          </a:prstGeom>
          <a:solidFill>
            <a:srgbClr val="12D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12191695" cy="164592"/>
          </a:xfrm>
          <a:prstGeom prst="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199632"/>
            <a:ext cx="10972800" cy="457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347472"/>
            <a:ext cx="11137392" cy="841248"/>
          </a:xfrm>
          <a:prstGeom prst="roundRect">
            <a:avLst>
              <a:gd name="adj" fmla="val 12000"/>
            </a:avLst>
          </a:prstGeom>
          <a:solidFill>
            <a:srgbClr val="18213A"/>
          </a:solidFill>
          <a:ln w="15240">
            <a:solidFill>
              <a:srgbClr val="455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502920"/>
            <a:ext cx="987552" cy="512064"/>
          </a:xfrm>
          <a:prstGeom prst="roundRect">
            <a:avLst>
              <a:gd name="adj" fmla="val 12000"/>
            </a:avLst>
          </a:prstGeom>
          <a:solidFill>
            <a:srgbClr val="6078FF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2F6FF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9768"/>
            <a:ext cx="7132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2F6FF"/>
                </a:solidFill>
                <a:latin typeface="Aptos"/>
              </a:rP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612648"/>
            <a:ext cx="1234440" cy="64008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03920" y="420624"/>
            <a:ext cx="2514600" cy="365760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 w="1524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2F6FF"/>
                </a:solidFill>
                <a:latin typeface="Aptos"/>
              </a:rPr>
              <a:t>Presentation 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1600200"/>
            <a:ext cx="9875520" cy="3611880"/>
          </a:xfrm>
          <a:prstGeom prst="roundRect">
            <a:avLst>
              <a:gd name="adj" fmla="val 12000"/>
            </a:avLst>
          </a:prstGeom>
          <a:solidFill>
            <a:srgbClr val="1C2A48"/>
          </a:solidFill>
          <a:ln w="15240">
            <a:solidFill>
              <a:srgbClr val="6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2F6FF"/>
                </a:solidFill>
                <a:latin typeface="Aptos"/>
              </a:rPr>
              <a:t>THANK YOU</a:t>
            </a:r>
          </a:p>
          <a:p>
            <a:pPr algn="ctr"/>
            <a:r>
              <a:rPr sz="1800" b="1">
                <a:solidFill>
                  <a:srgbClr val="12D4B1"/>
                </a:solidFill>
                <a:latin typeface="Aptos"/>
              </a:rPr>
              <a:t>Attendance Management System Web Portal</a:t>
            </a:r>
          </a:p>
          <a:p>
            <a:pPr algn="ctr"/>
            <a:r>
              <a:rPr sz="1400" b="0">
                <a:solidFill>
                  <a:srgbClr val="BBC9E8"/>
                </a:solidFill>
                <a:latin typeface="Aptos"/>
              </a:rPr>
              <a:t>MOHD SOHEL UMAR SHAIKH | Seat No. 3014822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BBC9E8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  <p:transition spd="med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598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shaikhsonu1772003@gmail.com</cp:lastModifiedBy>
  <cp:revision>2</cp:revision>
  <dcterms:created xsi:type="dcterms:W3CDTF">2013-01-27T09:14:16Z</dcterms:created>
  <dcterms:modified xsi:type="dcterms:W3CDTF">2026-03-31T18:37:10Z</dcterms:modified>
  <cp:category/>
</cp:coreProperties>
</file>